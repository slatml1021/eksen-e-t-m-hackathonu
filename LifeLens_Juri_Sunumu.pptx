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f6fb45abe4443" /><Relationship Type="http://schemas.openxmlformats.org/officeDocument/2006/relationships/extended-properties" Target="/docProps/app.xml" Id="R164c0511223b49f9" /><Relationship Type="http://schemas.openxmlformats.org/officeDocument/2006/relationships/officeDocument" Target="/ppt/presentation.xml" Id="R9f4e55d207c6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0585e320f4a88"/>
  </p:sldMasterIdLst>
  <p:notesMasterIdLst>
    <p:notesMasterId xmlns:r="http://schemas.openxmlformats.org/officeDocument/2006/relationships" r:id="R3d12f049b11b44d8"/>
  </p:notesMasterIdLst>
  <p:sldIdLst>
    <p:sldId xmlns:r="http://schemas.openxmlformats.org/officeDocument/2006/relationships" id="256" r:id="R005e7f32197242b9"/>
    <p:sldId xmlns:r="http://schemas.openxmlformats.org/officeDocument/2006/relationships" id="257" r:id="R3dd10a47ccd34fe1"/>
    <p:sldId xmlns:r="http://schemas.openxmlformats.org/officeDocument/2006/relationships" id="258" r:id="Raf12cd9756d44e33"/>
    <p:sldId xmlns:r="http://schemas.openxmlformats.org/officeDocument/2006/relationships" id="259" r:id="R8781561afee94ad7"/>
    <p:sldId xmlns:r="http://schemas.openxmlformats.org/officeDocument/2006/relationships" id="260" r:id="Rbacedf11cdd64a28"/>
    <p:sldId xmlns:r="http://schemas.openxmlformats.org/officeDocument/2006/relationships" id="261" r:id="Rd0ff453a2d8743a6"/>
    <p:sldId xmlns:r="http://schemas.openxmlformats.org/officeDocument/2006/relationships" id="262" r:id="R1fabb79ff9ef4789"/>
    <p:sldId xmlns:r="http://schemas.openxmlformats.org/officeDocument/2006/relationships" id="263" r:id="Rd44b81ed05fa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f9d233de234e35" /><Relationship Type="http://schemas.openxmlformats.org/officeDocument/2006/relationships/slideMaster" Target="/ppt/slideMasters/slideMaster1.xml" Id="Rddb0585e320f4a88" /><Relationship Type="http://schemas.openxmlformats.org/officeDocument/2006/relationships/notesMaster" Target="/ppt/notesMasters/notesMaster1.xml" Id="R3d12f049b11b44d8" /><Relationship Type="http://schemas.openxmlformats.org/officeDocument/2006/relationships/presProps" Target="/ppt/presProps.xml" Id="R9cf416c4687942ab" /><Relationship Type="http://schemas.openxmlformats.org/officeDocument/2006/relationships/tableStyles" Target="/ppt/tableStyles.xml" Id="R1eeeb5c3f16540b0" /><Relationship Type="http://schemas.openxmlformats.org/officeDocument/2006/relationships/slide" Target="/ppt/slides/slide1.xml" Id="R005e7f32197242b9" /><Relationship Type="http://schemas.openxmlformats.org/officeDocument/2006/relationships/slide" Target="/ppt/slides/slide2.xml" Id="R3dd10a47ccd34fe1" /><Relationship Type="http://schemas.openxmlformats.org/officeDocument/2006/relationships/slide" Target="/ppt/slides/slide3.xml" Id="Raf12cd9756d44e33" /><Relationship Type="http://schemas.openxmlformats.org/officeDocument/2006/relationships/slide" Target="/ppt/slides/slide4.xml" Id="R8781561afee94ad7" /><Relationship Type="http://schemas.openxmlformats.org/officeDocument/2006/relationships/slide" Target="/ppt/slides/slide5.xml" Id="Rbacedf11cdd64a28" /><Relationship Type="http://schemas.openxmlformats.org/officeDocument/2006/relationships/slide" Target="/ppt/slides/slide6.xml" Id="Rd0ff453a2d8743a6" /><Relationship Type="http://schemas.openxmlformats.org/officeDocument/2006/relationships/slide" Target="/ppt/slides/slide7.xml" Id="R1fabb79ff9ef4789" /><Relationship Type="http://schemas.openxmlformats.org/officeDocument/2006/relationships/slide" Target="/ppt/slides/slide8.xml" Id="Rd44b81ed05fa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c9a3801aa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633efd58441fb" /><Relationship Type="http://schemas.openxmlformats.org/officeDocument/2006/relationships/notesMaster" Target="/ppt/notesMasters/notesMaster1.xml" Id="R8a5d3d70dd1b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dc09c5d71f4c46" /><Relationship Type="http://schemas.openxmlformats.org/officeDocument/2006/relationships/notesMaster" Target="/ppt/notesMasters/notesMaster1.xml" Id="Re3934696d4004b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46ef41a304627" /><Relationship Type="http://schemas.openxmlformats.org/officeDocument/2006/relationships/notesMaster" Target="/ppt/notesMasters/notesMaster1.xml" Id="R6ad8af9768bb43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88af145014766" /><Relationship Type="http://schemas.openxmlformats.org/officeDocument/2006/relationships/notesMaster" Target="/ppt/notesMasters/notesMaster1.xml" Id="R2a3e59d3947345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673d788a6437b" /><Relationship Type="http://schemas.openxmlformats.org/officeDocument/2006/relationships/notesMaster" Target="/ppt/notesMasters/notesMaster1.xml" Id="R91ba06a52bb14e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699209e5594c15" /><Relationship Type="http://schemas.openxmlformats.org/officeDocument/2006/relationships/notesMaster" Target="/ppt/notesMasters/notesMaster1.xml" Id="Re5ab0ca79d8a45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8ec5f39e3d4259" /><Relationship Type="http://schemas.openxmlformats.org/officeDocument/2006/relationships/notesMaster" Target="/ppt/notesMasters/notesMaster1.xml" Id="R0bd8ec4433744d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dff6c82184266" /><Relationship Type="http://schemas.openxmlformats.org/officeDocument/2006/relationships/notesMaster" Target="/ppt/notesMasters/notesMaster1.xml" Id="R32f310a8c29b4b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kaynağı: Unsplash, Lau Clrd, “Laptop, notebook, and coffee on a desk”, https://unsplash.com/photos/laptop-notebook-and-coffee-on-a-desk-srrvlsaB2P4 . Logo: proje varlığı assets/lifelens_amblem_v2.png.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kaynağı: Unsplash, Viva Reella, “Person holding phone near laptop and coffee”, https://unsplash.com/photos/person-holding-phone-near-laptop-and-coffee-O3eGXAUeGGg . Problem çerçevesi LifeLens ürün gereksinimlerinden türetilmiştir.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Ürün akışı: LifeLens gereksinim analizi, FR-12–20 ve AI-01–03.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kaynağı: Unsplash, Thomas Leblanc, “Two people talking at a table inside a cafe”, https://unsplash.com/photos/two-people-talking-at-a-table-inside-a-cafe-iviG404TVG4 . Teknik akış: LifeLens mobil gateway uygulaması, Gemini Vision analizi ve Gemini 2.5 Flash-Lite senaryo üretimi.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kaynağı: Unsplash, Karl Moore, “Focused Voice Message Recording”, https://unsplash.com/photos/jNRksQdejTU . Stüdyo ekranındaki demo örneği, LifeLens uygulamasındaki ses analizi akışından alınmıştır.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kaynağı: Unsplash, Vitaly Gariev, “Friends are chatting and having coffee at a cafe”, https://unsplash.com/photos/friends-are-chatting-and-having-coffee-at-a-cafe-rioA77g2-XU . Kelime Kasası davranışı: LifeLens mobil uygulaması.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kapsamı: LifeLens proje gereksinim analizi ve mevcut mobil uygulama özellikleri. Logo: proje varlığı assets/lifelens_amblem_v2.png.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Canlı demo örneği: LifeLens juri masa bağlamı, proje gereksinimleri ve mobil uygulama demo senaryosu. Logo: proje varlığı assets/lifelens_amblem_v2.png.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d7c8c196842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7226ab1ef4c5b" /><Relationship Type="http://schemas.openxmlformats.org/officeDocument/2006/relationships/slideLayout" Target="/ppt/slideLayouts/slideLayout1.xml" Id="Rd37bbce2ea8e4d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bbce2ea8e4d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a3d52caf84002" /><Relationship Type="http://schemas.openxmlformats.org/officeDocument/2006/relationships/image" Target="/ppt/media/image.jpeg" Id="R37af0d69f8ef4141" /><Relationship Type="http://schemas.openxmlformats.org/officeDocument/2006/relationships/image" Target="/ppt/media/image.png" Id="Rbec7d1ced9154d11" /><Relationship Type="http://schemas.openxmlformats.org/officeDocument/2006/relationships/notesSlide" Target="/ppt/notesSlides/notesSlide1.xml" Id="Rf32afe65411f47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b258624fa4c85" /><Relationship Type="http://schemas.openxmlformats.org/officeDocument/2006/relationships/image" Target="/ppt/media/image2.jpeg" Id="Re6a40de316294373" /><Relationship Type="http://schemas.openxmlformats.org/officeDocument/2006/relationships/notesSlide" Target="/ppt/notesSlides/notesSlide2.xml" Id="Re1f09ae4eebe4a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72ddc34ba4227" /><Relationship Type="http://schemas.openxmlformats.org/officeDocument/2006/relationships/notesSlide" Target="/ppt/notesSlides/notesSlide3.xml" Id="R45d7953fa1f046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291e2c5d34394" /><Relationship Type="http://schemas.openxmlformats.org/officeDocument/2006/relationships/image" Target="/ppt/media/image3.jpeg" Id="Rb02c97a13f924f0f" /><Relationship Type="http://schemas.openxmlformats.org/officeDocument/2006/relationships/notesSlide" Target="/ppt/notesSlides/notesSlide4.xml" Id="R3153cd5f907745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6817607af4dd0" /><Relationship Type="http://schemas.openxmlformats.org/officeDocument/2006/relationships/image" Target="/ppt/media/image4.jpeg" Id="R13d3c5e256cc4250" /><Relationship Type="http://schemas.openxmlformats.org/officeDocument/2006/relationships/notesSlide" Target="/ppt/notesSlides/notesSlide5.xml" Id="R77533d821d27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d7001b0ac4570" /><Relationship Type="http://schemas.openxmlformats.org/officeDocument/2006/relationships/image" Target="/ppt/media/image5.jpeg" Id="R9c788b2e95814945" /><Relationship Type="http://schemas.openxmlformats.org/officeDocument/2006/relationships/notesSlide" Target="/ppt/notesSlides/notesSlide6.xml" Id="Rf31c1c2a9e4040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d12359b54401b" /><Relationship Type="http://schemas.openxmlformats.org/officeDocument/2006/relationships/image" Target="/ppt/media/image2.png" Id="R943b881a84164269" /><Relationship Type="http://schemas.openxmlformats.org/officeDocument/2006/relationships/notesSlide" Target="/ppt/notesSlides/notesSlide7.xml" Id="R935b0d2796364a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30c07c2f4b4c" /><Relationship Type="http://schemas.openxmlformats.org/officeDocument/2006/relationships/image" Target="/ppt/media/image3.png" Id="Rd99c23705309458b" /><Relationship Type="http://schemas.openxmlformats.org/officeDocument/2006/relationships/notesSlide" Target="/ppt/notesSlides/notesSlide8.xml" Id="R37a571019ef942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f0d69f8ef4141"/>
          <a:srcRect xmlns:a="http://schemas.openxmlformats.org/drawingml/2006/main" l="0" t="5390" r="0" b="5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264CF-F689-46BA-AF45-BF65BBC2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46">
              <a:alpha val="38000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7d1ced9154d11"/>
          <a:stretch xmlns:a="http://schemas.openxmlformats.org/drawingml/2006/main"/>
        </p:blipFill>
        <p:spPr>
          <a:xfrm xmlns:a="http://schemas.openxmlformats.org/drawingml/2006/main">
            <a:off x="609600" y="5143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6E377-02BF-4A4C-BDDE-DDAD47D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AC1C8-B0A3-463B-B42F-2809C0E0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Çevrendeki hayatla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İngilizce öğrenme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39F19-3356-4AC5-9635-E1FC7CD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7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7E7EF"/>
                </a:solidFill>
                <a:latin typeface="Helvetica Neue"/>
                <a:ea typeface="Helvetica Neue"/>
                <a:cs typeface="Helvetica Neue"/>
              </a:rPr>
              <a:t>Fotoğraftan bağlam çıkarır, konuşma senaryosu kurar, öğrencinin kendi tonuna yakın ifade önerir.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6E7B4-6AE9-40B8-AA9A-4EF4BF06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F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EĞİTİM HACKATHONU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E1E57-396A-475B-870A-B02934B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Jüri sunumu</a:t>
            </a:r>
          </a:p>
        </p:txBody>
      </p:sp>
    </p:spTree>
    <p:extLst>
      <p:ext uri="{BB962C8B-B14F-4D97-AF65-F5344CB8AC3E}">
        <p14:creationId xmlns:p14="http://schemas.microsoft.com/office/powerpoint/2010/main" val="299785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45590-9F65-4D0E-91E0-D7A5B156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Sorun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1DA63-B70E-4AF8-89F3-1EFA3F0A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71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Dil pratiği çoğu zaman</a:t>
            </a:r>
          </a:p>
          <a:p xmlns:a="http://schemas.openxmlformats.org/drawingml/2006/main">
            <a:pPr>
              <a:defRPr sz="31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öğrencinin hayatından kopuk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D65D2-AED4-4303-8A22-AA80E667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41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Soyut kelime listeleri, konuşma anındaki bağlamı taşımaz. Öğrenci bildiği kelimeyi gerçek durumda kullanmakta zorlanır.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E2B67-CBB0-4D3E-AAE2-D18C5CF9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0FBD3-C970-4FA6-9E37-B6004A6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“İngilizce konuşurken kendim gibi hissetmiyorum.”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15DBF-22BD-4CC2-999B-BB128CD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 bu iki boşluğa odaklanır: gerçek bağlam ve kişisel ton.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40de316294373"/>
          <a:srcRect xmlns:a="http://schemas.openxmlformats.org/drawingml/2006/main" l="19667" t="0" r="19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0"/>
            <a:ext cx="520065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E2F65-2B2B-4B5E-898D-4517F72B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DA301-10F1-4919-9F43-9DC08B4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1603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3BC84-B9FA-4A3D-8026-A272FC0B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LifeLens öğrenme döngüsü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5ADF7-6C60-4001-9C2B-FCD4E93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Öğrencinin ortamı içerik kaynağına dönüşür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ABDC2-2375-4D02-B5BC-12B5C425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27660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07984-078E-43D5-A442-248B19F4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FA02F-B045-4B8D-BF04-0C46B6B8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781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1B6C9-62DC-4C60-B22F-B4BED92B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Gör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D8E8A-A2AB-4099-8111-3019738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Kullanıcı masa, mutfak veya çevresinden bir fotoğraf çeker.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30B95-CEE8-4CD6-A498-DA60D03E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280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31C17-EFB0-4DF3-84D2-37B41B73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327660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46631-DC52-4CBB-8C9A-253FB70C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B66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B660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AC174-91AA-4590-AF7E-B4922B10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781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AC83E-491E-407D-8EDC-90DC3644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Bağlamı çıkar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445ED-3509-43D7-96E2-3E6108F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Görünen nesneler ve ilişkiler doğrulanabilir kanıtla ayrıştırılır.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B9C5E-AB3C-4DB7-A728-16E6BA69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9FB10-C45C-469C-8919-CBB35C43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27660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90DB6-17C6-4FDE-9B34-E26D550F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E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E6B5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4E76-96EA-48BB-B4A0-8FDE935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781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7AE73-E80B-41B7-BA65-5DD8983E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Konuşmaya dönüştür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BE255-C4B6-4F28-B2EF-F60A2EE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8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Seviyeye uygun senaryo, kelime ve diyalog görevi açılır.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2003B-6273-49ED-B2E6-BDD9C40D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Müfredat, öğrencinin gördüğü dünyadan başlar.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C3B5A-3ED7-405B-B802-DDBCF32C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C18D7-8423-44D8-BF95-5874800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9840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3A32A-5C2D-4880-9DEC-50B93999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Bir anı yakala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7F681-B135-45A1-82BD-92D0966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Fotoğraftan daha geniş bir konuşma senaryosuna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c97a13f924f0f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590550"/>
            <a:ext cx="462915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53786-3939-4B50-9702-28F4F9ED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rPr>
              <a:t>Gemini 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C229E-9153-45C6-8F94-34BCED0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Görünen nesneler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 ortam kanıtı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26389-EDAE-4CA3-ADC3-1EEA4A5F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43125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F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EA637-593E-4D52-AB4F-17EE21B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621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Gemini 2.5 Flash-Lite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851BE-051E-4D2A-929B-BF6E6C7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Yapılandırılmış analizden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senaryo alternatifi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A9C6C-1DDE-4EB3-A34B-35059B23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E7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E7EF"/>
                </a:solidFill>
                <a:latin typeface="Helvetica Neue"/>
                <a:ea typeface="Helvetica Neue"/>
                <a:cs typeface="Helvetica Neue"/>
              </a:rPr>
              <a:t>Örnek: Kahve + laptop + şarj kablosu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72D36-2DE5-4D65-B761-F34C4D21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Kafede priz ve sıcak su isteme. Baristayla konuşma. Çalışmaya devam etme hedefi.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A820B-D26C-459B-99E7-ACB8F40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C83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İKİ AŞAMALI AKIŞ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690C3-F2A2-4B76-9593-E2DC5E02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E73A0-D414-4284-A0E1-177AEAF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6005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3c5e256cc4250"/>
          <a:srcRect xmlns:a="http://schemas.openxmlformats.org/drawingml/2006/main" l="0" t="2500" r="0" b="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3810000" cy="5429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CCBEE-ADD9-47C3-A2B2-A5BAFAE6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23900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Stüdyo: Kendi İngilizcen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D1350-D41D-49DA-A439-15215557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3716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Kullanıcı konuşur. LifeLens tonu görünür kılar ve daha doğal bir İngilizce seçenek sunar.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41D3A-DA1A-4B00-9254-436B65E8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384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I respectfully decline your offer.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4FD85-F74B-4F92-B394-79F74B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Teklifinizi reddediyorum.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A8232-56DB-4035-A4F0-FD469CD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24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Resmiyet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BDF66-E968-47D6-83A2-4A9C91CA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91%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4A49D-A2A2-488F-9ED5-DD3AD985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3486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570AD-FE7D-495B-BBC5-6916BC98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3172397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D4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31107-860E-4F8A-BD42-4753BD4D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719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Doğrudanlık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B1725-B78B-4EED-A5DC-317D7CD3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7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84%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5D09E-22F7-4318-B433-3721F3CE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3486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D93FB-494D-412B-BEE9-1B713CD2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292836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C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16AA7-8F37-4CD6-A251-9409619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96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Samimiyet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AFD86-154F-4989-AC48-D43F6DA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19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E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E6B50"/>
                </a:solidFill>
                <a:latin typeface="Helvetica Neue"/>
                <a:ea typeface="Helvetica Neue"/>
                <a:cs typeface="Helvetica Neue"/>
              </a:rPr>
              <a:t>21%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59EEF-098E-4073-A715-72C1C2E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486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5CF27-B971-487F-967B-81A8C77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732092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6B5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791A4-E0D8-40C8-AB12-9AC4F39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672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Mizah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DCAB9-F3C0-42BF-AEC2-96DBF15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67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rPr>
              <a:t>14%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5173C-5334-43DE-B70B-54FB43B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24425"/>
            <a:ext cx="3486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6794A-822F-4999-8F28-D8F22AA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24425"/>
            <a:ext cx="48806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F3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41227-04D6-40DB-BED3-D102E1A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435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Kişilik hükmü değil, düzenlenebilir bir dil tercihi profili.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88335-C505-44DD-8E64-E755FAC6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EE2B8-667E-4C04-B398-497E13F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1065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C579C-7D6B-412C-B152-78275F23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Kelime Kasası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829A-1CEE-4495-A74E-92D0D246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Öğrenci kelimeyi kendi bağlamı ve kendi cümlesiyle saklar.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5D403-8B4F-4543-8518-BC7BB50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respectfully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7459B-91B5-42BD-ACE0-30DFBFB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saygılarla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56C1A-99AA-4B7A-B064-6BAD59EC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503F0-F68F-4985-BE22-E4908F96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E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E6B50"/>
                </a:solidFill>
                <a:latin typeface="Helvetica Neue"/>
                <a:ea typeface="Helvetica Neue"/>
                <a:cs typeface="Helvetica Neue"/>
              </a:rPr>
              <a:t>Kaynak cümle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D87D4-F32B-4029-90B9-AF87129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“I respectfully decline your offer.”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7FDC6-2F63-4B86-975A-1B0189BE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Stüdyo analizinde çift dokunuşla ya da kullanıcı tarafından doğrudan eklenir.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88b2e95814945"/>
          <a:srcRect xmlns:a="http://schemas.openxmlformats.org/drawingml/2006/main" l="27266" t="0" r="27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8450" y="0"/>
            <a:ext cx="554355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A343-DFA3-4728-92F2-E295B784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B1DB8-91B7-4071-8965-D8DA294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6509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b881a84164269"/>
          <a:stretch xmlns:a="http://schemas.openxmlformats.org/drawingml/2006/main"/>
        </p:blipFill>
        <p:spPr>
          <a:xfrm xmlns:a="http://schemas.openxmlformats.org/drawingml/2006/main">
            <a:off x="8039100" y="12001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417CC-6AD4-409B-9D8E-9F03132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Hackathon MVP kapsamı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D51FF-2130-4545-8620-31F6D2C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Jürinin görebileceği uçtan uca öğrenme akışı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588FD-B26D-4AB3-9D32-FC0C96DD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55757-1C4C-4C49-987F-72AADA5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Fotoğraf ve bağlam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A14B6-2DAB-4170-BC51-B77C684C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485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Gerçek ortamdan görev üretimi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DE215-0287-44DA-B50B-C88C2C36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B26DF-D380-4015-9EDE-933E6690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431F5-792B-45C8-88C2-D33ABFB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Seviye uyarlaması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4F93-065C-45FD-9D9F-06FA13D6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85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A1–C2 için uygun dil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DD664-995E-493E-8252-D75EAFA9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1472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E161E-5AEB-4192-A17C-9C69591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1D83C-AE95-417C-8374-9C8B4D9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Stüdyo ve profil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8A0FE-59F6-4801-A012-0B6B9EE7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485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Konuşma tonunu görünür kılan akış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CC4E9-417E-48EE-BEFA-D31AA5E8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FC0F3-93AC-43AA-BB26-206E0010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3AF3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0DB04-D6E2-49DE-B42A-A123E220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Kelime Kasası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ECBDD-AB89-4779-86C3-1CACC328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85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7D8E1"/>
                </a:solidFill>
                <a:latin typeface="Helvetica Neue"/>
                <a:ea typeface="Helvetica Neue"/>
                <a:cs typeface="Helvetica Neue"/>
              </a:rPr>
              <a:t>Cümlesiyle birlikte kişisel kelime birikimi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BD32E-E65E-4041-870E-F2FA23D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1E785-815B-4C4D-A224-9671E70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4159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3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5E789-91B4-40DB-98EF-EB9284A8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8C83"/>
                </a:solidFill>
                <a:latin typeface="Helvetica Neue"/>
                <a:ea typeface="Helvetica Neue"/>
                <a:cs typeface="Helvetica Neue"/>
              </a:rPr>
              <a:t>Jüri demosu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85162-B0F5-49B1-BE5C-8C18CF2E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28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Bir masayı</a:t>
            </a:r>
          </a:p>
          <a:p xmlns:a="http://schemas.openxmlformats.org/drawingml/2006/main">
            <a:pPr>
              <a:defRPr sz="34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İngilizce dersine çevirin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EA199-A048-40A0-8236-41F80A04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1. Masanın fotoğrafını çekin</a:t>
            </a:r>
          </a:p>
          <a:p xmlns:a="http://schemas.openxmlformats.org/drawingml/2006/main">
            <a:pPr>
              <a:defRPr sz="16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2. Senaryo alternatiflerinden birini seçin</a:t>
            </a:r>
          </a:p>
          <a:p xmlns:a="http://schemas.openxmlformats.org/drawingml/2006/main">
            <a:pPr>
              <a:defRPr sz="16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632"/>
                </a:solidFill>
                <a:latin typeface="Helvetica Neue"/>
                <a:ea typeface="Helvetica Neue"/>
                <a:cs typeface="Helvetica Neue"/>
              </a:rPr>
              <a:t>3. Diyaloğu ilk cümleyle başlatın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82B0-712A-45DC-A964-63D9626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F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3B800-A433-4499-869E-73FAD353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76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D46"/>
                </a:solidFill>
                <a:latin typeface="Helvetica Neue"/>
                <a:ea typeface="Helvetica Neue"/>
                <a:cs typeface="Helvetica Neue"/>
              </a:rPr>
              <a:t>Örnek görev: “I think the mic is not working. Could you give me a hand?”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c23705309458b"/>
          <a:stretch xmlns:a="http://schemas.openxmlformats.org/drawingml/2006/main"/>
        </p:blipFill>
        <p:spPr>
          <a:xfrm xmlns:a="http://schemas.openxmlformats.org/drawingml/2006/main">
            <a:off x="7372350" y="866775"/>
            <a:ext cx="3857625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E6DF0-A493-48D5-8534-B6236BFD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67325"/>
            <a:ext cx="3086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D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FOTOĞRAF  ·  BAĞLAM  ·  KONUŞMA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71105-7ED2-4054-A88C-A4011FC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LIFELENS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A3ED3-758E-4937-B692-CDCAF3E7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7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0478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2026-10-10T01:24:57.9680000Z</dcterms:created>
  <dcterms:modified xsi:type="dcterms:W3CDTF">2026-10-10T01:24:57.9680000Z</dcterms:modified>
</coreProperties>
</file>